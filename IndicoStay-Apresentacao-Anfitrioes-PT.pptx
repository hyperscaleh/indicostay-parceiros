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77D0F2"/>
                </a:solidFill>
                <a:latin typeface="Aptos"/>
              </a:rPr>
              <a:t>INDICOSTAY  /  HOSTS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2688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FFFFFF"/>
                </a:solidFill>
                <a:latin typeface="Aptos"/>
              </a:rPr>
              <a:t>INDICOSTAY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56816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83D6F6"/>
                </a:solidFill>
                <a:latin typeface="Aptos"/>
              </a:rPr>
              <a:t>O seu próximo canal de crescimento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52928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F2F8"/>
                </a:solidFill>
                <a:latin typeface="Aptos"/>
              </a:rPr>
              <a:t>•  Mais visibilidade. Mais oportunidades de reserva. Menos fricção para os hóspedes.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83864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F2F8"/>
                </a:solidFill>
                <a:latin typeface="Aptos"/>
              </a:rPr>
              <a:t>•  A plataforma de alojamentos focada em Moçambique.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282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3D6F6"/>
                </a:solidFill>
                <a:latin typeface="Aptos"/>
              </a:rPr>
              <a:t>01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77D0F2"/>
                </a:solidFill>
                <a:latin typeface="Aptos"/>
              </a:rPr>
              <a:t>INDICOSTAY  /  HOSTS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2688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FFFFFF"/>
                </a:solidFill>
                <a:latin typeface="Aptos"/>
              </a:rPr>
              <a:t>PORQUÊ ESCOLHER A INDICOSTAY?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56816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83D6F6"/>
                </a:solidFill>
                <a:latin typeface="Aptos"/>
              </a:rPr>
              <a:t>Alcance real. Distribuição de grande escala.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52928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F2F8"/>
                </a:solidFill>
                <a:latin typeface="Aptos"/>
              </a:rPr>
              <a:t>•  100.000+ visitantes mensais na plataforma*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83864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F2F8"/>
                </a:solidFill>
                <a:latin typeface="Aptos"/>
              </a:rPr>
              <a:t>•  10 MILHÕES+ de alcance digital combinado*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F2F8"/>
                </a:solidFill>
                <a:latin typeface="Aptos"/>
              </a:rPr>
              <a:t>•  Influenciadores, campanhas pagas e aquisição multicanal a trabalhar pela descoberta dos alojamentos.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282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3D6F6"/>
                </a:solidFill>
                <a:latin typeface="Aptos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77D0F2"/>
                </a:solidFill>
                <a:latin typeface="Aptos"/>
              </a:rPr>
              <a:t>INDICOSTAY  /  HOSTS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2688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FFFFFF"/>
                </a:solidFill>
                <a:latin typeface="Aptos"/>
              </a:rPr>
              <a:t>NÃO É APENAS MAIS UM ANÚNCIO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56816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83D6F6"/>
                </a:solidFill>
                <a:latin typeface="Aptos"/>
              </a:rPr>
              <a:t>É um novo canal comercial para o seu alojamento.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52928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F2F8"/>
                </a:solidFill>
                <a:latin typeface="Aptos"/>
              </a:rPr>
              <a:t>•  Exposição a uma audiência interessada em estadias em Moçambique.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83864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F2F8"/>
                </a:solidFill>
                <a:latin typeface="Aptos"/>
              </a:rPr>
              <a:t>•  Uma experiência de descoberta, reserva e pagamento integrada.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F2F8"/>
                </a:solidFill>
                <a:latin typeface="Aptos"/>
              </a:rPr>
              <a:t>•  Complementa o seu website, agentes e outras plataformas.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282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3D6F6"/>
                </a:solidFill>
                <a:latin typeface="Aptos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77D0F2"/>
                </a:solidFill>
                <a:latin typeface="Aptos"/>
              </a:rPr>
              <a:t>INDICOSTAY  /  HOSTS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2688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FFFFFF"/>
                </a:solidFill>
                <a:latin typeface="Aptos"/>
              </a:rPr>
              <a:t>O NOSSO MOTOR DE DISTRIBUIÇÃO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56816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83D6F6"/>
                </a:solidFill>
                <a:latin typeface="Aptos"/>
              </a:rPr>
              <a:t>A sua propriedade pode chegar mais longe.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52928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F2F8"/>
                </a:solidFill>
                <a:latin typeface="Aptos"/>
              </a:rPr>
              <a:t>•  Rede de influenciadores e criadores de conteúdo.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83864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F2F8"/>
                </a:solidFill>
                <a:latin typeface="Aptos"/>
              </a:rPr>
              <a:t>•  Campanhas em Meta, Google e outros canais digitais.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F2F8"/>
                </a:solidFill>
                <a:latin typeface="Aptos"/>
              </a:rPr>
              <a:t>•  Promoção de destinos e propriedades com foco em gerar procura qualificada.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282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3D6F6"/>
                </a:solidFill>
                <a:latin typeface="Aptos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77D0F2"/>
                </a:solidFill>
                <a:latin typeface="Aptos"/>
              </a:rPr>
              <a:t>INDICOSTAY  /  HOSTS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2688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FFFFFF"/>
                </a:solidFill>
                <a:latin typeface="Aptos"/>
              </a:rPr>
              <a:t>MENOS BARREIRAS. MAIS RESERVAS.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56816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83D6F6"/>
                </a:solidFill>
                <a:latin typeface="Aptos"/>
              </a:rPr>
              <a:t>Facilitamos o momento decisivo: pagar e confirmar.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52928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F2F8"/>
                </a:solidFill>
                <a:latin typeface="Aptos"/>
              </a:rPr>
              <a:t>•  Opções de pagamento locais, conforme integração ativa.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83864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F2F8"/>
                </a:solidFill>
                <a:latin typeface="Aptos"/>
              </a:rPr>
              <a:t>•  Disponibilidade, preços e políticas apresentados antes da compra.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F2F8"/>
                </a:solidFill>
                <a:latin typeface="Aptos"/>
              </a:rPr>
              <a:t>•  Confirmação de reserva e acompanhamento num único fluxo.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282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3D6F6"/>
                </a:solidFill>
                <a:latin typeface="Aptos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77D0F2"/>
                </a:solidFill>
                <a:latin typeface="Aptos"/>
              </a:rPr>
              <a:t>INDICOSTAY  /  HOSTS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2688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FFFFFF"/>
                </a:solidFill>
                <a:latin typeface="Aptos"/>
              </a:rPr>
              <a:t>COMO FUNCIONA A RESERVA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56816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83D6F6"/>
                </a:solidFill>
                <a:latin typeface="Aptos"/>
              </a:rPr>
              <a:t>Três passos para começar a receber hóspedes.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52928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F2F8"/>
                </a:solidFill>
                <a:latin typeface="Aptos"/>
              </a:rPr>
              <a:t>•  1. O hóspede encontra o alojamento e escolhe as datas.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83864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F2F8"/>
                </a:solidFill>
                <a:latin typeface="Aptos"/>
              </a:rPr>
              <a:t>•  2. Consulta o preço e efetua o pagamento disponível.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F2F8"/>
                </a:solidFill>
                <a:latin typeface="Aptos"/>
              </a:rPr>
              <a:t>•  3. A reserva é confirmada e apresentada no painel do parceiro.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282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3D6F6"/>
                </a:solidFill>
                <a:latin typeface="Aptos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77D0F2"/>
                </a:solidFill>
                <a:latin typeface="Aptos"/>
              </a:rPr>
              <a:t>INDICOSTAY  /  HOSTS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2688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FFFFFF"/>
                </a:solidFill>
                <a:latin typeface="Aptos"/>
              </a:rPr>
              <a:t>COMISSÃO CLARA: 15%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56816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83D6F6"/>
                </a:solidFill>
                <a:latin typeface="Aptos"/>
              </a:rPr>
              <a:t>Conheça a receita líquida estimada por reserva.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52928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F2F8"/>
                </a:solidFill>
                <a:latin typeface="Aptos"/>
              </a:rPr>
              <a:t>•  Exemplo: reserva de 10.000 MZN.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83864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F2F8"/>
                </a:solidFill>
                <a:latin typeface="Aptos"/>
              </a:rPr>
              <a:t>•  Comissão IndicoStay: 1.500 MZN.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F2F8"/>
                </a:solidFill>
                <a:latin typeface="Aptos"/>
              </a:rPr>
              <a:t>•  Valor de referência para o parceiro: 8.500 MZN, antes de taxas, impostos ou ajustes aplicáveis.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282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3D6F6"/>
                </a:solidFill>
                <a:latin typeface="Aptos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77D0F2"/>
                </a:solidFill>
                <a:latin typeface="Aptos"/>
              </a:rPr>
              <a:t>INDICOSTAY  /  HOSTS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2688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FFFFFF"/>
                </a:solidFill>
                <a:latin typeface="Aptos"/>
              </a:rPr>
              <a:t>O CONTROLO CONTINUA CONSIGO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56816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83D6F6"/>
                </a:solidFill>
                <a:latin typeface="Aptos"/>
              </a:rPr>
              <a:t>Mais um parceiro. Sem perder autonomia.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52928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F2F8"/>
                </a:solidFill>
                <a:latin typeface="Aptos"/>
              </a:rPr>
              <a:t>•  Define tarifas, regras, inventário e conteúdo.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83864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F2F8"/>
                </a:solidFill>
                <a:latin typeface="Aptos"/>
              </a:rPr>
              <a:t>•  Pode continuar a vender diretamente e através de outros agentes.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F2F8"/>
                </a:solidFill>
                <a:latin typeface="Aptos"/>
              </a:rPr>
              <a:t>•  Integrações PMS e channel managers dependem de compatibilidade e ativação.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282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3D6F6"/>
                </a:solidFill>
                <a:latin typeface="Aptos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77D0F2"/>
                </a:solidFill>
                <a:latin typeface="Aptos"/>
              </a:rPr>
              <a:t>INDICOSTAY  /  HOSTS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2688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FFFFFF"/>
                </a:solidFill>
                <a:latin typeface="Aptos"/>
              </a:rPr>
              <a:t>PAGAMENTOS E TRANSPARÊNCIA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56816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83D6F6"/>
                </a:solidFill>
                <a:latin typeface="Aptos"/>
              </a:rPr>
              <a:t>Condições claras antes de começar.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52928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F2F8"/>
                </a:solidFill>
                <a:latin typeface="Aptos"/>
              </a:rPr>
              <a:t>•  O painel permite acompanhar reservas e estados, conforme funcionalidades ativas.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83864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F2F8"/>
                </a:solidFill>
                <a:latin typeface="Aptos"/>
              </a:rPr>
              <a:t>•  Prazos de repasse e regras de cancelamento acordados por escrito.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F2F8"/>
                </a:solidFill>
                <a:latin typeface="Aptos"/>
              </a:rPr>
              <a:t>•  Reconciliação e suporte com processos definidos.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282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3D6F6"/>
                </a:solidFill>
                <a:latin typeface="Aptos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77D0F2"/>
                </a:solidFill>
                <a:latin typeface="Aptos"/>
              </a:rPr>
              <a:t>INDICOSTAY  /  HOSTS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2688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FFFFFF"/>
                </a:solidFill>
                <a:latin typeface="Aptos"/>
              </a:rPr>
              <a:t>COMO REDUZIMOS RESERVAS POR FORA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56816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83D6F6"/>
                </a:solidFill>
                <a:latin typeface="Aptos"/>
              </a:rPr>
              <a:t>Proteção comercial com regras justas.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52928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F2F8"/>
                </a:solidFill>
                <a:latin typeface="Aptos"/>
              </a:rPr>
              <a:t>•  Incentivamos o hóspede a concluir a reserva com confirmação e suporte.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83864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F2F8"/>
                </a:solidFill>
                <a:latin typeface="Aptos"/>
              </a:rPr>
              <a:t>•  Podem ser aplicadas restrições de contacto pré-reserva e registos de origem.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F2F8"/>
                </a:solidFill>
                <a:latin typeface="Aptos"/>
              </a:rPr>
              <a:t>•  Não é possível impedir totalmente reservas diretas realizadas fora da plataforma.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282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3D6F6"/>
                </a:solidFill>
                <a:latin typeface="Aptos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77D0F2"/>
                </a:solidFill>
                <a:latin typeface="Aptos"/>
              </a:rPr>
              <a:t>INDICOSTAY  /  HOSTS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2688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FFFFFF"/>
                </a:solidFill>
                <a:latin typeface="Aptos"/>
              </a:rPr>
              <a:t>A SUA ENTRADA É ACOMPANHADA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56816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83D6F6"/>
                </a:solidFill>
                <a:latin typeface="Aptos"/>
              </a:rPr>
              <a:t>Não precisa de aprender tudo sozinho.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52928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F2F8"/>
                </a:solidFill>
                <a:latin typeface="Aptos"/>
              </a:rPr>
              <a:t>•  Apoio no cadastro e preparação do anúncio.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83864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F2F8"/>
                </a:solidFill>
                <a:latin typeface="Aptos"/>
              </a:rPr>
              <a:t>•  Demonstração do dashboard e formação inicial.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F2F8"/>
                </a:solidFill>
                <a:latin typeface="Aptos"/>
              </a:rPr>
              <a:t>•  Acompanhamento na validação de preços, políticas e disponibilidade.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282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3D6F6"/>
                </a:solidFill>
                <a:latin typeface="Aptos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77D0F2"/>
                </a:solidFill>
                <a:latin typeface="Aptos"/>
              </a:rPr>
              <a:t>INDICOSTAY  /  HOSTS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2688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FFFFFF"/>
                </a:solidFill>
                <a:latin typeface="Aptos"/>
              </a:rPr>
              <a:t>INDICO HOSPITALITY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56816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83D6F6"/>
                </a:solidFill>
                <a:latin typeface="Aptos"/>
              </a:rPr>
              <a:t>Atrair hóspedes é o início. Criar experiências memoráveis é o diferencial.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52928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F2F8"/>
                </a:solidFill>
                <a:latin typeface="Aptos"/>
              </a:rPr>
              <a:t>•  Aconselhamento para melhorar a satisfação dos hóspedes.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83864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F2F8"/>
                </a:solidFill>
                <a:latin typeface="Aptos"/>
              </a:rPr>
              <a:t>•  Formação de receção e housekeeping.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F2F8"/>
                </a:solidFill>
                <a:latin typeface="Aptos"/>
              </a:rPr>
              <a:t>•  Amenidades, toalhas, kits de boas-vindas e personalização.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45736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F2F8"/>
                </a:solidFill>
                <a:latin typeface="Aptos"/>
              </a:rPr>
              <a:t>•  Apoio em tecnologia de gestão; serviços opcionais e orçamentados à parte.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282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3D6F6"/>
                </a:solidFill>
                <a:latin typeface="Aptos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77D0F2"/>
                </a:solidFill>
                <a:latin typeface="Aptos"/>
              </a:rPr>
              <a:t>INDICOSTAY  /  HOSTS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2688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FFFFFF"/>
                </a:solidFill>
                <a:latin typeface="Aptos"/>
              </a:rPr>
              <a:t>VAMOS ATIVAR O SEU ALOJAMENTO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56816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83D6F6"/>
                </a:solidFill>
                <a:latin typeface="Aptos"/>
              </a:rPr>
              <a:t>O próximo passo é aderir.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52928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F2F8"/>
                </a:solidFill>
                <a:latin typeface="Aptos"/>
              </a:rPr>
              <a:t>•  Confirmar condições e responsável pela propriedade.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83864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F2F8"/>
                </a:solidFill>
                <a:latin typeface="Aptos"/>
              </a:rPr>
              <a:t>•  Reunir fotografias, preços, políticas e documentação.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F2F8"/>
                </a:solidFill>
                <a:latin typeface="Aptos"/>
              </a:rPr>
              <a:t>•  Criar conta, rever anúncio e agendar formação.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45736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8F2F8"/>
                </a:solidFill>
                <a:latin typeface="Aptos"/>
              </a:rPr>
              <a:t>•  INDICOSTAY.COM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282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3D6F6"/>
                </a:solidFill>
                <a:latin typeface="Aptos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